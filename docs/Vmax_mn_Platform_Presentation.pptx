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3" d="100"/>
          <a:sy n="103" d="100"/>
        </p:scale>
        <p:origin x="876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371600" y="1097280"/>
            <a:ext cx="9448495" cy="4663440"/>
          </a:xfrm>
          <a:prstGeom prst="roundRect">
            <a:avLst/>
          </a:prstGeom>
          <a:solidFill>
            <a:srgbClr val="1E293B"/>
          </a:solidFill>
          <a:ln w="317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0" tIns="731520" rtlCol="0" anchor="ctr"/>
          <a:lstStyle/>
          <a:p>
            <a:pPr algn="ctr">
              <a:spcAft>
                <a:spcPts val="600"/>
              </a:spcAft>
              <a:defRPr sz="4800" b="1">
                <a:solidFill>
                  <a:srgbClr val="6366F1"/>
                </a:solidFill>
                <a:latin typeface="Segoe UI"/>
              </a:defRPr>
            </a:pPr>
            <a:r>
              <a:t>Vmax.mn</a:t>
            </a:r>
          </a:p>
          <a:p>
            <a:pPr>
              <a:spcAft>
                <a:spcPts val="1600"/>
              </a:spcAft>
              <a:defRPr sz="3200" b="1">
                <a:solidFill>
                  <a:srgbClr val="FFFFFF"/>
                </a:solidFill>
                <a:latin typeface="Segoe UI"/>
              </a:defRPr>
            </a:pPr>
            <a:r>
              <a:t>Үл Хөдлөх Хөрөнгийн Платформ</a:t>
            </a:r>
          </a:p>
          <a:p>
            <a:pPr>
              <a:spcAft>
                <a:spcPts val="2800"/>
              </a:spcAft>
              <a:defRPr sz="1800">
                <a:solidFill>
                  <a:srgbClr val="38BDF8"/>
                </a:solidFill>
                <a:latin typeface="Segoe UI"/>
              </a:defRPr>
            </a:pPr>
            <a:r>
              <a:t>Системийн Иж Бүрэн Давуу Талууд &amp; Шинэлэг Боломжуудын Түлхүүр Танилцуулга</a:t>
            </a:r>
          </a:p>
          <a:p>
            <a:pPr>
              <a:defRPr sz="1400" b="1">
                <a:solidFill>
                  <a:srgbClr val="94A3B8"/>
                </a:solidFill>
                <a:latin typeface="Segoe UI"/>
              </a:defRPr>
            </a:pPr>
            <a:r>
              <a:t>🔑 Сошиал Маркетинг  |  🎬 Видео Зар  |  ⚖️ Зарын Харьцуулалт  |  📊 Аналитик Статистик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🎯 Платформын Зорилго ба Шинэлэг Шийдэл</a:t>
            </a:r>
          </a:p>
          <a:p>
            <a:pPr>
              <a:defRPr sz="1400">
                <a:solidFill>
                  <a:srgbClr val="38BDF8"/>
                </a:solidFill>
                <a:latin typeface="Segoe UI"/>
              </a:defRPr>
            </a:pPr>
            <a:r>
              <a:t>Уламжлалт зарын сайтуудаас ялгарах концепци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Vmax.mn | Үл Хөдлөх Хөрөнгийн Платформ   •   Хуудас 2 / 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457200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38BDF8"/>
                </a:solidFill>
                <a:latin typeface="Segoe UI"/>
              </a:defRPr>
            </a:pPr>
            <a:r>
              <a:t>❌ Уламжлалт Системүүдийн Асуудал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Зарын холбоосыг гараар хуулж фэйсбүүкт нийтлэхэд хүндрэлтэй, цаг их алддаг.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Сошиалд шэйрлэхэд зарын зураг, үнэ тодорхойгүй харагддаг.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Зөвхөн текст ба статик зурагтай тул байрны бодит байдлыг мэдрэхэд хэцүү.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Зарын үзэлтийн дата, сошиал эрэлтийн тоон үзүүлэлт хангалтгүй.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Заруудыг зэрэгцүүлж үнэ, м.кв-аар харьцуулах боломж байдаггүй.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39535" y="1554480"/>
            <a:ext cx="512064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13855" y="1828800"/>
            <a:ext cx="457200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38BDF8"/>
                </a:solidFill>
                <a:latin typeface="Segoe UI"/>
              </a:defRPr>
            </a:pPr>
            <a:r>
              <a:rPr dirty="0"/>
              <a:t>✅ Vmax.mn-</a:t>
            </a:r>
            <a:r>
              <a:rPr dirty="0" err="1"/>
              <a:t>ийн</a:t>
            </a:r>
            <a:r>
              <a:rPr dirty="0"/>
              <a:t> </a:t>
            </a:r>
            <a:r>
              <a:rPr dirty="0" err="1"/>
              <a:t>Шинэлэг</a:t>
            </a:r>
            <a:r>
              <a:rPr dirty="0"/>
              <a:t> </a:t>
            </a:r>
            <a:r>
              <a:rPr dirty="0" err="1"/>
              <a:t>Шийдэл</a:t>
            </a:r>
            <a:endParaRPr dirty="0"/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rPr dirty="0"/>
              <a:t>• 1 </a:t>
            </a:r>
            <a:r>
              <a:rPr dirty="0" err="1"/>
              <a:t>товшилтоор</a:t>
            </a:r>
            <a:r>
              <a:rPr dirty="0"/>
              <a:t> </a:t>
            </a:r>
            <a:r>
              <a:rPr dirty="0" err="1"/>
              <a:t>сошиалд</a:t>
            </a:r>
            <a:r>
              <a:rPr dirty="0"/>
              <a:t> </a:t>
            </a:r>
            <a:r>
              <a:rPr dirty="0" err="1"/>
              <a:t>хуваалцах</a:t>
            </a:r>
            <a:r>
              <a:rPr dirty="0"/>
              <a:t> + </a:t>
            </a:r>
            <a:r>
              <a:rPr dirty="0" err="1"/>
              <a:t>Сошиал</a:t>
            </a:r>
            <a:r>
              <a:rPr dirty="0"/>
              <a:t> </a:t>
            </a:r>
            <a:r>
              <a:rPr dirty="0" err="1"/>
              <a:t>постер</a:t>
            </a:r>
            <a:r>
              <a:rPr dirty="0"/>
              <a:t> </a:t>
            </a:r>
            <a:r>
              <a:rPr dirty="0" err="1"/>
              <a:t>зураг</a:t>
            </a:r>
            <a:r>
              <a:rPr dirty="0"/>
              <a:t> 1 </a:t>
            </a:r>
            <a:r>
              <a:rPr dirty="0" err="1"/>
              <a:t>секундэд</a:t>
            </a:r>
            <a:r>
              <a:rPr dirty="0"/>
              <a:t> </a:t>
            </a:r>
            <a:r>
              <a:rPr dirty="0" err="1"/>
              <a:t>бэлтгэх</a:t>
            </a:r>
            <a:r>
              <a:rPr dirty="0"/>
              <a:t>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rPr dirty="0"/>
              <a:t>• Facebook Open Graph Card-</a:t>
            </a:r>
            <a:r>
              <a:rPr dirty="0" err="1"/>
              <a:t>аар</a:t>
            </a:r>
            <a:r>
              <a:rPr dirty="0"/>
              <a:t> </a:t>
            </a:r>
            <a:r>
              <a:rPr dirty="0" err="1"/>
              <a:t>зарын</a:t>
            </a:r>
            <a:r>
              <a:rPr dirty="0"/>
              <a:t> </a:t>
            </a:r>
            <a:r>
              <a:rPr dirty="0" err="1"/>
              <a:t>зураг</a:t>
            </a:r>
            <a:r>
              <a:rPr dirty="0"/>
              <a:t>, </a:t>
            </a:r>
            <a:r>
              <a:rPr dirty="0" err="1"/>
              <a:t>үнэ</a:t>
            </a:r>
            <a:r>
              <a:rPr dirty="0"/>
              <a:t> </a:t>
            </a:r>
            <a:r>
              <a:rPr dirty="0" err="1"/>
              <a:t>сошиалд</a:t>
            </a:r>
            <a:r>
              <a:rPr dirty="0"/>
              <a:t> </a:t>
            </a:r>
            <a:r>
              <a:rPr dirty="0" err="1"/>
              <a:t>тунгалаг</a:t>
            </a:r>
            <a:r>
              <a:rPr dirty="0"/>
              <a:t> </a:t>
            </a:r>
            <a:r>
              <a:rPr dirty="0" err="1"/>
              <a:t>харагдана</a:t>
            </a:r>
            <a:r>
              <a:rPr dirty="0"/>
              <a:t>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rPr dirty="0"/>
              <a:t>• </a:t>
            </a:r>
            <a:r>
              <a:rPr dirty="0" err="1"/>
              <a:t>Видео</a:t>
            </a:r>
            <a:r>
              <a:rPr dirty="0"/>
              <a:t> </a:t>
            </a:r>
            <a:r>
              <a:rPr dirty="0" err="1"/>
              <a:t>зар</a:t>
            </a:r>
            <a:r>
              <a:rPr dirty="0"/>
              <a:t> </a:t>
            </a:r>
            <a:r>
              <a:rPr dirty="0" err="1"/>
              <a:t>ба</a:t>
            </a:r>
            <a:r>
              <a:rPr dirty="0"/>
              <a:t> </a:t>
            </a:r>
            <a:r>
              <a:rPr dirty="0" err="1"/>
              <a:t>виртуал</a:t>
            </a:r>
            <a:r>
              <a:rPr dirty="0"/>
              <a:t> </a:t>
            </a:r>
            <a:r>
              <a:rPr dirty="0" err="1"/>
              <a:t>аялал</a:t>
            </a:r>
            <a:r>
              <a:rPr dirty="0"/>
              <a:t> </a:t>
            </a:r>
            <a:r>
              <a:rPr dirty="0" err="1"/>
              <a:t>хавсаргаж</a:t>
            </a:r>
            <a:r>
              <a:rPr dirty="0"/>
              <a:t> </a:t>
            </a:r>
            <a:r>
              <a:rPr dirty="0" err="1"/>
              <a:t>итгэлцлийг</a:t>
            </a:r>
            <a:r>
              <a:rPr dirty="0"/>
              <a:t> 300% </a:t>
            </a:r>
            <a:r>
              <a:rPr dirty="0" err="1"/>
              <a:t>нэмэгдүүлнэ</a:t>
            </a:r>
            <a:r>
              <a:rPr dirty="0"/>
              <a:t>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rPr dirty="0"/>
              <a:t>• </a:t>
            </a:r>
            <a:r>
              <a:rPr dirty="0" err="1"/>
              <a:t>Үзэлтийн</a:t>
            </a:r>
            <a:r>
              <a:rPr dirty="0"/>
              <a:t> </a:t>
            </a:r>
            <a:r>
              <a:rPr dirty="0" err="1"/>
              <a:t>тоо</a:t>
            </a:r>
            <a:r>
              <a:rPr dirty="0"/>
              <a:t> </a:t>
            </a:r>
            <a:r>
              <a:rPr dirty="0" err="1"/>
              <a:t>болон</a:t>
            </a:r>
            <a:r>
              <a:rPr dirty="0"/>
              <a:t> </a:t>
            </a:r>
            <a:r>
              <a:rPr dirty="0" err="1"/>
              <a:t>Сошиалд</a:t>
            </a:r>
            <a:r>
              <a:rPr dirty="0"/>
              <a:t> </a:t>
            </a:r>
            <a:r>
              <a:rPr dirty="0" err="1"/>
              <a:t>хуваалцсан</a:t>
            </a:r>
            <a:r>
              <a:rPr dirty="0"/>
              <a:t> </a:t>
            </a:r>
            <a:r>
              <a:rPr dirty="0" err="1"/>
              <a:t>тоог</a:t>
            </a:r>
            <a:r>
              <a:rPr dirty="0"/>
              <a:t> (Shares) </a:t>
            </a:r>
            <a:r>
              <a:rPr dirty="0" err="1"/>
              <a:t>бодит</a:t>
            </a:r>
            <a:r>
              <a:rPr dirty="0"/>
              <a:t> </a:t>
            </a:r>
            <a:r>
              <a:rPr dirty="0" err="1"/>
              <a:t>цагаар</a:t>
            </a:r>
            <a:r>
              <a:rPr dirty="0"/>
              <a:t> </a:t>
            </a:r>
            <a:r>
              <a:rPr dirty="0" err="1"/>
              <a:t>хянана</a:t>
            </a:r>
            <a:r>
              <a:rPr dirty="0"/>
              <a:t>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rPr dirty="0"/>
              <a:t>• </a:t>
            </a:r>
            <a:r>
              <a:rPr dirty="0" err="1"/>
              <a:t>Заруудыг</a:t>
            </a:r>
            <a:r>
              <a:rPr dirty="0"/>
              <a:t> </a:t>
            </a:r>
            <a:r>
              <a:rPr dirty="0" err="1"/>
              <a:t>зэрэгцүүлж</a:t>
            </a:r>
            <a:r>
              <a:rPr dirty="0"/>
              <a:t> 1 </a:t>
            </a:r>
            <a:r>
              <a:rPr dirty="0" err="1"/>
              <a:t>м.кв-ын</a:t>
            </a:r>
            <a:r>
              <a:rPr dirty="0"/>
              <a:t> </a:t>
            </a:r>
            <a:r>
              <a:rPr dirty="0" err="1"/>
              <a:t>үнэ</a:t>
            </a:r>
            <a:r>
              <a:rPr dirty="0"/>
              <a:t> </a:t>
            </a:r>
            <a:r>
              <a:rPr dirty="0" err="1"/>
              <a:t>ба</a:t>
            </a:r>
            <a:r>
              <a:rPr dirty="0"/>
              <a:t> </a:t>
            </a:r>
            <a:r>
              <a:rPr dirty="0" err="1"/>
              <a:t>онцлогоор</a:t>
            </a:r>
            <a:r>
              <a:rPr dirty="0"/>
              <a:t> </a:t>
            </a:r>
            <a:r>
              <a:rPr dirty="0" err="1"/>
              <a:t>нь</a:t>
            </a:r>
            <a:r>
              <a:rPr dirty="0"/>
              <a:t> </a:t>
            </a:r>
            <a:r>
              <a:rPr dirty="0" err="1"/>
              <a:t>шүүн</a:t>
            </a:r>
            <a:r>
              <a:rPr dirty="0"/>
              <a:t> </a:t>
            </a:r>
            <a:r>
              <a:rPr dirty="0" err="1"/>
              <a:t>харьцуулна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⚡ 1. Зарыг Маш Хурдан &amp; Хялбар Оруулах</a:t>
            </a:r>
          </a:p>
          <a:p>
            <a:pPr>
              <a:defRPr sz="1400">
                <a:solidFill>
                  <a:srgbClr val="38BDF8"/>
                </a:solidFill>
                <a:latin typeface="Segoe UI"/>
              </a:defRPr>
            </a:pPr>
            <a:r>
              <a:t>1 минутын дотор зарыг амжилттай нийтлэх ухаалаг Wizard систем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Vmax.mn | Үл Хөдлөх Хөрөнгийн Платформ   •   Хуудас 3 / 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328416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2779776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38BDF8"/>
                </a:solidFill>
                <a:latin typeface="Segoe UI"/>
              </a:defRPr>
            </a:pPr>
            <a:r>
              <a:t>📝 5 Алхамтай Wizard Форм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Хэрэглэгчийг төөрөгдүүлэхгүй 5 алхамт дараалал.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1. Төрөл (Зарах/Түрээслэх)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2. Мэдээлэл (Үнэ, Байршил)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3. Дэлгэрэнгүй онцлог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4. Зураг ба Видео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5. Баталгаажуулалт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554480"/>
            <a:ext cx="3328416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700016" y="1828800"/>
            <a:ext cx="2779776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38BDF8"/>
                </a:solidFill>
                <a:latin typeface="Segoe UI"/>
              </a:defRPr>
            </a:pPr>
            <a:r>
              <a:t>🖼️ Media Drag &amp; Drop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Зургуудыг олноор нь нэг дор чирж оруулах боломж.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Нүүр зургийг хялбархан сонгох.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Зургийн дарааллыг тааруулах.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Түргэн ачаалалттай зургийн сан.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9872" y="1554480"/>
            <a:ext cx="3328416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94192" y="1828800"/>
            <a:ext cx="2779776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38BDF8"/>
                </a:solidFill>
                <a:latin typeface="Segoe UI"/>
              </a:defRPr>
            </a:pPr>
            <a:r>
              <a:t>📍 Улаанбаатарын Бэлэн Бүрхэвч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Улаанбаатар хотын 9 дүүргийг бэлэн жагсаалтаас сонгоно.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Хан-Уул, Сүхбаатар, Баянзүрх, Баянгол г.м.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Байршлын тодорхойлолт автоматаар бөглөгдөнө.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🎬 2. Видео Зар &amp; Виртуал Аялал (Video Listing)</a:t>
            </a:r>
          </a:p>
          <a:p>
            <a:pPr>
              <a:defRPr sz="1400">
                <a:solidFill>
                  <a:srgbClr val="38BDF8"/>
                </a:solidFill>
                <a:latin typeface="Segoe UI"/>
              </a:defRPr>
            </a:pPr>
            <a:r>
              <a:t>Орон сууцны бодит бичлэгийг шууд үзүүлэх боломж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Vmax.mn | Үл Хөдлөх Хөрөнгийн Платформ   •   Хуудас 4 / 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457200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38BDF8"/>
                </a:solidFill>
                <a:latin typeface="Segoe UI"/>
              </a:defRPr>
            </a:pPr>
            <a:r>
              <a:t>🎥 Олон Төрлийн Видео Хавсаргах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Шууд видео файл оруулах эсвэл видео холбоос хавсаргах.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YouTube видео холбоос оруулах.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TikTok ба Instagram Reels бичлэгүүдийг хавсаргах.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Зарын нүүр хуудас дээр шууд тоглуулах медиа тоглуулагч.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39535" y="1554480"/>
            <a:ext cx="512064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13855" y="1828800"/>
            <a:ext cx="457200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38BDF8"/>
                </a:solidFill>
                <a:latin typeface="Segoe UI"/>
              </a:defRPr>
            </a:pPr>
            <a:r>
              <a:t>✨ Худалдан Авагчийн Итгэлцэл ба Замын Цаг Хэмнэлт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Худалдан авагчид заавал биечлэн очих шаардлагагүйгээр виртуал аялал хийнэ.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Өрөөний зохион байгуулалт, цонхны харагдац, засварыг бодитоор харна.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Зуучлагч ба эзэмшигчийн дэмий үзлэгт үрэх цагийг 80% хэмнэнэ.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Борлуулалтын шийдвэр гаргалтыг 3 дахин хурдасгана.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⚖️ 3. Заруудыг Зэрэгцүүлэн Харьцуулах (Property Comparison)</a:t>
            </a:r>
          </a:p>
          <a:p>
            <a:pPr>
              <a:defRPr sz="1400">
                <a:solidFill>
                  <a:srgbClr val="38BDF8"/>
                </a:solidFill>
                <a:latin typeface="Segoe UI"/>
              </a:defRPr>
            </a:pPr>
            <a:r>
              <a:t>Шилдэг саналыг сонгох нэгдсэн харьцуулалтын систем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Vmax.mn | Үл Хөдлөх Хөрөнгийн Платформ   •   Хуудас 5 / 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457200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38BDF8"/>
                </a:solidFill>
                <a:latin typeface="Segoe UI"/>
              </a:defRPr>
            </a:pPr>
            <a:r>
              <a:t>📊 Зэрэгцүүлэн Шүүх Боломжууд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2 болон түүнээс дээш зарыг нэг хүснэгтэд зэрэгцүүлэн шүүх.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Зарын нийт үнийн харьцуулалт.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1 м.кв-ын нэгж үнийн нарийвчилсан харьцуулалт.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Талбайн хэмжээ (м.кв) ба өрөөний тооны харьцуулалт.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Байршил, барилгын давхар, ариун цэврийн өрөөний тоо.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39535" y="1554480"/>
            <a:ext cx="512064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13855" y="1828800"/>
            <a:ext cx="457200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38BDF8"/>
                </a:solidFill>
                <a:latin typeface="Segoe UI"/>
              </a:defRPr>
            </a:pPr>
            <a:r>
              <a:t>💡 Худалдан Авагчид Өгөх Үнэ Цэнэ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Олон таб нээж төөрөх шаардлагагүй болно.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Хамгийн ашигтай ба боломжийн үнэтэй зарыг шууд тодорхойлно.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Шийдвэр гаргахад шаардлагатай бүх тоон үзүүлэлт нэг дор.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Гэр бүл болон хамтран ажиллагсаддаа харьцуулалтыг шэйрлэх.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📢 4. Сошиал Маркетингийн Автоматжуулалт</a:t>
            </a:r>
          </a:p>
          <a:p>
            <a:pPr>
              <a:defRPr sz="1400">
                <a:solidFill>
                  <a:srgbClr val="38BDF8"/>
                </a:solidFill>
                <a:latin typeface="Segoe UI"/>
              </a:defRPr>
            </a:pPr>
            <a:r>
              <a:t>1 товшилтоор сошиалд хуваалцах &amp; Постер зураг автоматаар бэлтгэх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Vmax.mn | Үл Хөдлөх Хөрөнгийн Платформ   •   Хуудас 6 / 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328416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2779776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38BDF8"/>
                </a:solidFill>
                <a:latin typeface="Segoe UI"/>
              </a:defRPr>
            </a:pPr>
            <a:r>
              <a:t>🔗 1-Click Social Sharing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Facebook timeline &amp; Groups рүү шууд шэйр хийх.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FB Messenger-ээр хуваалцах.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Telegram &amp; WhatsApp чат руу илгээх.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X (Twitter) болон утасны цэсээр шэйрлэх.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554480"/>
            <a:ext cx="3328416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700016" y="1828800"/>
            <a:ext cx="2779776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38BDF8"/>
                </a:solidFill>
                <a:latin typeface="Segoe UI"/>
              </a:defRPr>
            </a:pPr>
            <a:r>
              <a:t>🎨 Social Banner Generator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1200x630px сошиал постер зураг автоматаар бэлтгэнэ.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Зарын зураг, үнэ, байршил, онцлогийг агуулна.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1 секундэд PNG файл болгон татан авна.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FB Post / Story-д бэлэн дизайн.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9872" y="1554480"/>
            <a:ext cx="3328416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94192" y="1828800"/>
            <a:ext cx="2779776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38BDF8"/>
                </a:solidFill>
                <a:latin typeface="Segoe UI"/>
              </a:defRPr>
            </a:pPr>
            <a:r>
              <a:t>🌐 Open Graph Protocol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Фэйсбүүкт зарын холбоос оруулахад зураг нь тод харагдана.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Зарын нэр ба үнийн мэдээлэл бүрэн карт болно.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Сошиал орчин дахь даралт (CTR)-ыг 5 дахин өсгөнө.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📊 5. Зарын Бодит Аналитик ба Статистик</a:t>
            </a:r>
          </a:p>
          <a:p>
            <a:pPr>
              <a:defRPr sz="1400">
                <a:solidFill>
                  <a:srgbClr val="38BDF8"/>
                </a:solidFill>
                <a:latin typeface="Segoe UI"/>
              </a:defRPr>
            </a:pPr>
            <a:r>
              <a:t>Зарын эзэн ба зуучлагчдад зориулсан дата хяналт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Vmax.mn | Үл Хөдлөх Хөрөнгийн Платформ   •   Хуудас 7 / 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457200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38BDF8"/>
                </a:solidFill>
                <a:latin typeface="Segoe UI"/>
              </a:defRPr>
            </a:pPr>
            <a:r>
              <a:t>📈 Бодит Цагийн Үзүүлэлтүүд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👁️ Views Counter: Зарыг хэдэн хүн үзсэн бэ?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🔁 Shares Counter: Зарыг сошиалд хэдэн удаа хуваалцсан бэ?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Зар бүрийн хуудас дээр болон картан дээр шууд харагдана.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Зарын эрэлт ба сошиал тархалтыг бодитоор үнэлнэ.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39535" y="1554480"/>
            <a:ext cx="512064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13855" y="1828800"/>
            <a:ext cx="457200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38BDF8"/>
                </a:solidFill>
                <a:latin typeface="Segoe UI"/>
              </a:defRPr>
            </a:pPr>
            <a:r>
              <a:t>🖥️ Seller Dashboard Summary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Нийт идэвхтэй заруудын тооны нэгдсэн тайлан.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Нийт үзэлтийн нэгдсэн тоо.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Нийт сошиал хуваалцсан тооны нэгдсэн статистик.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Зарыг сунгах, нуух, засах, устгах хурдан удирдлага.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🔍 6. Ухаалаг Хайлт ба Дуу Хоолойгоор Хайх</a:t>
            </a:r>
          </a:p>
          <a:p>
            <a:pPr>
              <a:defRPr sz="1400">
                <a:solidFill>
                  <a:srgbClr val="38BDF8"/>
                </a:solidFill>
                <a:latin typeface="Segoe UI"/>
              </a:defRPr>
            </a:pPr>
            <a:r>
              <a:t>Voice Search &amp; Advanced Filtering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Vmax.mn | Үл Хөдлөх Хөрөнгийн Платформ   •   Хуудас 8 / 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457200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38BDF8"/>
                </a:solidFill>
                <a:latin typeface="Segoe UI"/>
              </a:defRPr>
            </a:pPr>
            <a:r>
              <a:t>🎙️ 🎙️ Voice Search (Дуу Хоолойгоор Хайх)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Микрофонд яриад хайлт хийх боломж.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"Хан-Уул дүүрэгт 3 өрөө орон сууц" гэж ярихад автомат шүүлт хийнэ.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Гар утаснаас хайлт хийхэд маш хурдан бөгөөд хялбар.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Монгол хэлний яриаг таних технологи.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39535" y="1554480"/>
            <a:ext cx="512064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13855" y="1828800"/>
            <a:ext cx="457200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38BDF8"/>
                </a:solidFill>
                <a:latin typeface="Segoe UI"/>
              </a:defRPr>
            </a:pPr>
            <a:r>
              <a:t>🎛️ 🎛️ Нарийвчилсан Шүүлтүүрүүд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Зарын төрөл: Зарах / Түрээслэх.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Ангилал: Орон сууц, Хаус, Газар, Оффис / Коммершиал.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Үнийн хязгаар (Доод үнэ - Дээд үнэ).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Талбайн хэмжээ (Доод м.кв - Дээд м.кв).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Улаанбаатар хотын 9 дүүргийн шүүлтүүр.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❤️ 7. Хадгалсан Зарууд &amp; Сүүлд Үзсэн Түүх</a:t>
            </a:r>
          </a:p>
          <a:p>
            <a:pPr>
              <a:defRPr sz="1400">
                <a:solidFill>
                  <a:srgbClr val="38BDF8"/>
                </a:solidFill>
                <a:latin typeface="Segoe UI"/>
              </a:defRPr>
            </a:pPr>
            <a:r>
              <a:t>Favorites &amp; Recent Visits History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Vmax.mn | Үл Хөдлөх Хөрөнгийн Платформ   •   Хуудас 9 / 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457200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38BDF8"/>
                </a:solidFill>
                <a:latin typeface="Segoe UI"/>
              </a:defRPr>
            </a:pPr>
            <a:r>
              <a:t>❤️ ❤️ Хадгалсан Зарууд (Favorites)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Зүрхэн товчоор сонирхсон заруудаа 1 товшилтоор хадгалах.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Профайл хэсгийн "Хадгалсан зарууд" таб-аас эргэн үзэх.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Үнийн өөрчлөлт болон зарын статусыг хянах.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Бүх төхөөрөмж дээр хадгалагдсан хэвээр байна.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39535" y="1554480"/>
            <a:ext cx="512064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13855" y="1828800"/>
            <a:ext cx="457200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38BDF8"/>
                </a:solidFill>
                <a:latin typeface="Segoe UI"/>
              </a:defRPr>
            </a:pPr>
            <a:r>
              <a:t>🕒 🕒 Сүүлд Үзсэн Түүх (Recent Visits)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Үзсэн заруудын түүх автоматаар хадгалагдана.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Зарын хуудас бүрийн доор карусель байдлаар харагдана.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Өмнө нь үзэж байсан зараа хайхгүйгээр шууд эргэн шилжих.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Хэрэглэгчийн цагийг хэмнэсэн ухаалаг UI санамж.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🌐 8. Олон Хэл ба Системийн Өрсөлдөх Давуу Тал</a:t>
            </a:r>
          </a:p>
          <a:p>
            <a:pPr>
              <a:defRPr sz="1400">
                <a:solidFill>
                  <a:srgbClr val="38BDF8"/>
                </a:solidFill>
                <a:latin typeface="Segoe UI"/>
              </a:defRPr>
            </a:pPr>
            <a:r>
              <a:t>Яагаад Vmax.mn-ийг сонгох ёстой вэ?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Vmax.mn | Үл Хөдлөх Хөрөнгийн Платформ   •   Хуудас 10 / 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4572000" cy="63094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38BDF8"/>
                </a:solidFill>
                <a:latin typeface="Segoe UI"/>
              </a:defRPr>
            </a:pPr>
            <a:r>
              <a:rPr dirty="0"/>
              <a:t>🌐</a:t>
            </a:r>
            <a:r>
              <a:rPr lang="en-US" dirty="0"/>
              <a:t> </a:t>
            </a:r>
            <a:r>
              <a:rPr lang="mn-MN" dirty="0"/>
              <a:t>Автомат мэдэгдэл хүлээн авах</a:t>
            </a:r>
            <a:endParaRPr dirty="0"/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rPr dirty="0"/>
              <a:t>• А</a:t>
            </a:r>
            <a:r>
              <a:rPr lang="ru-RU" dirty="0"/>
              <a:t>втомат </a:t>
            </a:r>
            <a:r>
              <a:rPr dirty="0" err="1"/>
              <a:t>мэдэгдэл</a:t>
            </a:r>
            <a:r>
              <a:rPr dirty="0"/>
              <a:t> </a:t>
            </a:r>
            <a:r>
              <a:rPr dirty="0" err="1"/>
              <a:t>хүлээн</a:t>
            </a:r>
            <a:r>
              <a:rPr dirty="0"/>
              <a:t> </a:t>
            </a:r>
            <a:r>
              <a:rPr dirty="0" err="1"/>
              <a:t>авах</a:t>
            </a:r>
            <a:r>
              <a:rPr dirty="0"/>
              <a:t> </a:t>
            </a:r>
            <a:r>
              <a:rPr dirty="0" err="1"/>
              <a:t>тохиргоо</a:t>
            </a:r>
            <a:r>
              <a:rPr dirty="0"/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39535" y="1554480"/>
            <a:ext cx="512064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13855" y="1828800"/>
            <a:ext cx="4572000" cy="13336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38BDF8"/>
                </a:solidFill>
                <a:latin typeface="Segoe UI"/>
              </a:defRPr>
            </a:pPr>
            <a:r>
              <a:rPr dirty="0"/>
              <a:t>🏆 </a:t>
            </a:r>
            <a:r>
              <a:rPr dirty="0" err="1"/>
              <a:t>Товч</a:t>
            </a:r>
            <a:r>
              <a:rPr dirty="0"/>
              <a:t> </a:t>
            </a:r>
            <a:r>
              <a:rPr dirty="0" err="1"/>
              <a:t>Дүгнэлт</a:t>
            </a:r>
            <a:r>
              <a:rPr dirty="0"/>
              <a:t> </a:t>
            </a:r>
            <a:r>
              <a:rPr dirty="0" err="1"/>
              <a:t>ба</a:t>
            </a:r>
            <a:r>
              <a:rPr dirty="0"/>
              <a:t> </a:t>
            </a:r>
            <a:r>
              <a:rPr dirty="0" err="1"/>
              <a:t>Давуу</a:t>
            </a:r>
            <a:r>
              <a:rPr dirty="0"/>
              <a:t> </a:t>
            </a:r>
            <a:r>
              <a:rPr dirty="0" err="1"/>
              <a:t>Тал</a:t>
            </a:r>
            <a:endParaRPr dirty="0"/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rPr dirty="0"/>
              <a:t>• ✅ </a:t>
            </a:r>
            <a:r>
              <a:rPr dirty="0" err="1"/>
              <a:t>Хайлтанд</a:t>
            </a:r>
            <a:r>
              <a:rPr dirty="0"/>
              <a:t> </a:t>
            </a:r>
            <a:r>
              <a:rPr dirty="0" err="1"/>
              <a:t>тохирох</a:t>
            </a:r>
            <a:r>
              <a:rPr dirty="0"/>
              <a:t> </a:t>
            </a:r>
            <a:r>
              <a:rPr dirty="0" err="1"/>
              <a:t>зар</a:t>
            </a:r>
            <a:r>
              <a:rPr dirty="0"/>
              <a:t> </a:t>
            </a:r>
            <a:r>
              <a:rPr dirty="0" err="1"/>
              <a:t>олдохгүй</a:t>
            </a:r>
            <a:r>
              <a:rPr dirty="0"/>
              <a:t> </a:t>
            </a:r>
            <a:r>
              <a:rPr dirty="0" err="1"/>
              <a:t>үед</a:t>
            </a:r>
            <a:r>
              <a:rPr dirty="0"/>
              <a:t> </a:t>
            </a:r>
            <a:r>
              <a:rPr dirty="0" err="1"/>
              <a:t>автомат</a:t>
            </a:r>
            <a:r>
              <a:rPr dirty="0"/>
              <a:t> </a:t>
            </a:r>
            <a:r>
              <a:rPr dirty="0" err="1"/>
              <a:t>мэдэгдэл</a:t>
            </a:r>
            <a:r>
              <a:rPr dirty="0"/>
              <a:t> </a:t>
            </a:r>
            <a:r>
              <a:rPr dirty="0" err="1"/>
              <a:t>зар</a:t>
            </a:r>
            <a:r>
              <a:rPr dirty="0"/>
              <a:t> </a:t>
            </a:r>
            <a:r>
              <a:rPr dirty="0" err="1"/>
              <a:t>оруулах</a:t>
            </a:r>
            <a:r>
              <a:rPr dirty="0"/>
              <a:t> </a:t>
            </a:r>
            <a:r>
              <a:rPr dirty="0" err="1"/>
              <a:t>тохиргоог</a:t>
            </a:r>
            <a:r>
              <a:rPr dirty="0"/>
              <a:t> </a:t>
            </a:r>
            <a:r>
              <a:rPr dirty="0" err="1"/>
              <a:t>ашиглах</a:t>
            </a:r>
            <a:endParaRPr dirty="0"/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rPr dirty="0"/>
              <a:t>• ✅</a:t>
            </a:r>
            <a:r>
              <a:rPr dirty="0" err="1"/>
              <a:t>Таны</a:t>
            </a:r>
            <a:r>
              <a:rPr dirty="0"/>
              <a:t> </a:t>
            </a:r>
            <a:r>
              <a:rPr dirty="0" err="1"/>
              <a:t>хайлтанд</a:t>
            </a:r>
            <a:r>
              <a:rPr dirty="0"/>
              <a:t> </a:t>
            </a:r>
            <a:r>
              <a:rPr dirty="0" err="1"/>
              <a:t>тохирох</a:t>
            </a:r>
            <a:r>
              <a:rPr dirty="0"/>
              <a:t> </a:t>
            </a:r>
            <a:r>
              <a:rPr dirty="0" err="1"/>
              <a:t>болон</a:t>
            </a:r>
            <a:r>
              <a:rPr dirty="0"/>
              <a:t> </a:t>
            </a:r>
            <a:r>
              <a:rPr dirty="0" err="1"/>
              <a:t>төсөөт</a:t>
            </a:r>
            <a:r>
              <a:rPr dirty="0"/>
              <a:t> </a:t>
            </a:r>
            <a:r>
              <a:rPr dirty="0" err="1"/>
              <a:t>зар</a:t>
            </a:r>
            <a:r>
              <a:rPr dirty="0"/>
              <a:t> </a:t>
            </a:r>
            <a:r>
              <a:rPr dirty="0" err="1"/>
              <a:t>орох</a:t>
            </a:r>
            <a:r>
              <a:rPr dirty="0"/>
              <a:t> </a:t>
            </a:r>
            <a:r>
              <a:rPr dirty="0" err="1"/>
              <a:t>үед</a:t>
            </a:r>
            <a:r>
              <a:rPr dirty="0"/>
              <a:t> </a:t>
            </a:r>
            <a:r>
              <a:rPr dirty="0" err="1"/>
              <a:t>имэйл</a:t>
            </a:r>
            <a:r>
              <a:rPr dirty="0"/>
              <a:t> </a:t>
            </a:r>
            <a:r>
              <a:rPr dirty="0" err="1"/>
              <a:t>мэдэгдэл</a:t>
            </a:r>
            <a:r>
              <a:rPr dirty="0"/>
              <a:t> </a:t>
            </a:r>
            <a:r>
              <a:rPr dirty="0" err="1"/>
              <a:t>очих</a:t>
            </a:r>
            <a:r>
              <a:rPr dirty="0"/>
              <a:t> </a:t>
            </a:r>
            <a:r>
              <a:rPr dirty="0" err="1"/>
              <a:t>болно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39AC7B-9136-E5C4-EE55-3A60FA9F3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A06C50C-CBFB-30A4-0D95-F2BC4434CE25}"/>
              </a:ext>
            </a:extLst>
          </p:cNvPr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🌐 8. Олон Хэл ба Системийн Өрсөлдөх Давуу Тал</a:t>
            </a:r>
          </a:p>
          <a:p>
            <a:pPr>
              <a:defRPr sz="1400">
                <a:solidFill>
                  <a:srgbClr val="38BDF8"/>
                </a:solidFill>
                <a:latin typeface="Segoe UI"/>
              </a:defRPr>
            </a:pPr>
            <a:r>
              <a:t>Яагаад Vmax.mn-ийг сонгох ёстой вэ?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A3895-8B85-7584-244A-13DFC29FA0A2}"/>
              </a:ext>
            </a:extLst>
          </p:cNvPr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Vmax.mn | Үл Хөдлөх Хөрөнгийн Платформ   •   Хуудас 10 / 10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7E28094-9848-EF42-ACBF-1D2CFEB4A938}"/>
              </a:ext>
            </a:extLst>
          </p:cNvPr>
          <p:cNvSpPr/>
          <p:nvPr/>
        </p:nvSpPr>
        <p:spPr>
          <a:xfrm>
            <a:off x="731520" y="1554480"/>
            <a:ext cx="512064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579C87-A5C3-E0E1-3F5B-E5DED5858905}"/>
              </a:ext>
            </a:extLst>
          </p:cNvPr>
          <p:cNvSpPr txBox="1"/>
          <p:nvPr/>
        </p:nvSpPr>
        <p:spPr>
          <a:xfrm>
            <a:off x="1005840" y="1828800"/>
            <a:ext cx="457200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38BDF8"/>
                </a:solidFill>
                <a:latin typeface="Segoe UI"/>
              </a:defRPr>
            </a:pPr>
            <a:r>
              <a:t>🌐 Олон Хэл &amp; Технологийн Хурд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Монгол ба Англи (MN / EN) хэлний сонголттай.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Гадаадын иргэд ба хөрөнгө оруулагчдад нээлттэй.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Single Page Application (SPA) - маш хурдан ажиллагаа.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Dark Cosmic өнгө төрх - Орчин үеийн премиум дизайн.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3F05EFA-2C3E-02FE-228F-FAF636104EF4}"/>
              </a:ext>
            </a:extLst>
          </p:cNvPr>
          <p:cNvSpPr/>
          <p:nvPr/>
        </p:nvSpPr>
        <p:spPr>
          <a:xfrm>
            <a:off x="6339535" y="1554480"/>
            <a:ext cx="512064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2E0604-272D-DCFD-3953-E97D72674DF8}"/>
              </a:ext>
            </a:extLst>
          </p:cNvPr>
          <p:cNvSpPr txBox="1"/>
          <p:nvPr/>
        </p:nvSpPr>
        <p:spPr>
          <a:xfrm>
            <a:off x="6613855" y="1828800"/>
            <a:ext cx="457200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38BDF8"/>
                </a:solidFill>
                <a:latin typeface="Segoe UI"/>
              </a:defRPr>
            </a:pPr>
            <a:r>
              <a:t>🏆 Товч Дүгнэлт ба Давуу Тал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✅ 1 минутад зар нийтлэх &amp; 1 секундэд сошиал постер бүтээх.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✅ Видео зар хавсаргаж худалдан авагчийн итгэлцлийг олох.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✅ Заруудыг зэрэгцүүлж 1 м.кв-ын үнээр нь харьцуулах.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✅ Үзэлт ба шэйрийн датагаар маркетингаа удирдах.</a:t>
            </a:r>
          </a:p>
        </p:txBody>
      </p:sp>
    </p:spTree>
    <p:extLst>
      <p:ext uri="{BB962C8B-B14F-4D97-AF65-F5344CB8AC3E}">
        <p14:creationId xmlns:p14="http://schemas.microsoft.com/office/powerpoint/2010/main" val="22831039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1287</Words>
  <Application>Microsoft Office PowerPoint</Application>
  <PresentationFormat>Widescreen</PresentationFormat>
  <Paragraphs>143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Ulziimunkh B</cp:lastModifiedBy>
  <cp:revision>2</cp:revision>
  <dcterms:created xsi:type="dcterms:W3CDTF">2013-01-27T09:14:16Z</dcterms:created>
  <dcterms:modified xsi:type="dcterms:W3CDTF">2026-10-10T23:24:53Z</dcterms:modified>
  <cp:category/>
</cp:coreProperties>
</file>