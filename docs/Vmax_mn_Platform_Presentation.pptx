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731520"/>
          <a:lstStyle/>
          <a:p>
            <a:pPr algn="ctr">
              <a:spcAft>
                <a:spcPts val="600"/>
              </a:spcAft>
              <a:defRPr sz="4800" b="1">
                <a:solidFill>
                  <a:srgbClr val="6366F1"/>
                </a:solidFill>
                <a:latin typeface="Segoe UI"/>
              </a:defRPr>
            </a:pPr>
            <a:r>
              <a:t>Vmax.mn</a:t>
            </a:r>
          </a:p>
          <a:p>
            <a:pPr>
              <a:spcAft>
                <a:spcPts val="16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Үл Хөдлөх Хөрөнгийн Платформ</a:t>
            </a:r>
          </a:p>
          <a:p>
            <a:pPr>
              <a:spcAft>
                <a:spcPts val="2800"/>
              </a:spcAft>
              <a:defRPr sz="1800">
                <a:solidFill>
                  <a:srgbClr val="38BDF8"/>
                </a:solidFill>
                <a:latin typeface="Segoe UI"/>
              </a:defRPr>
            </a:pPr>
            <a:r>
              <a:t>Системийн Иж Бүрэн Давуу Талууд &amp; Шинэлэг Боломжуудын Түлхүүр Танилцуулга</a:t>
            </a:r>
          </a:p>
          <a:p>
            <a:pPr>
              <a:defRPr sz="1400" b="1">
                <a:solidFill>
                  <a:srgbClr val="94A3B8"/>
                </a:solidFill>
                <a:latin typeface="Segoe UI"/>
              </a:defRPr>
            </a:pPr>
            <a:r>
              <a:t>🔑 Сошиал Маркетинг  |  🎬 Видео Зар  |  ⚖️ Зарын Харьцуулалт  |  📊 Аналитик Статистик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🎯 Платформын Зорилго ба Шинэлэг Шийдэл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Уламжлалт зарын сайтуудаас ялгарах концепци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2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❌ Уламжлалт Системүүдийн Асуудал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холбоосыг гараар хуулж фэйсбүүкт нийтлэхэд хүндрэлтэй, цаг их алддаг.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Сошиалд шэйрлэхэд зарын зураг, үнэ тодорхойгүй харагддаг.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Зөвхөн текст ба статик зурагтай тул байрны бодит байдлыг мэдрэхэд хэцүү.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үзэлтийн дата, сошиал эрэлтийн тоон үзүүлэлт хангалтгүй.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Заруудыг зэрэгцүүлж үнэ, м.кв-аар харьцуулах боломж байдаггүй.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✅ Vmax.mn-ийн Шинэлэг Шийдэл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1 товшилтоор сошиалд хуваалцах + Сошиал постер зураг 1 секундэд бэлтгэх.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Facebook Open Graph Card-аар зарын зураг, үнэ сошиалд тунгалаг харагдана.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Видео зар ба виртуал аялал хавсаргаж итгэлцлийг 300% нэмэгдүүлнэ.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Үзэлтийн тоо болон Сошиалд хуваалцсан тоог (Shares) бодит цагаар хянана.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Заруудыг зэрэгцүүлж 1 м.кв-ын үнэ ба онцлогоор нь шүүн харьцуулна.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⚡ 1. Зарыг Маш Хурдан &amp; Хялбар Оруулах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1 минутын дотор зарыг амжилттай нийтлэх ухаалаг Wizard систем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3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📝 5 Алхамтай Wizard Форм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Хэрэглэгчийг төөрөгдүүлэхгүй 5 алхамт дараалал.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1. Төрөл (Зарах/Түрээслэх)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2. Мэдээлэл (Үнэ, Байршил)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3. Дэлгэрэнгүй онцлог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4. Зураг ба Видео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5. Баталгаажуулалт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0016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🖼️ Media Drag &amp; Drop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Зургуудыг олноор нь нэг дор чирж оруулах боломж.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Нүүр зургийг хялбархан сонгох.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Зургийн дарааллыг тааруулах.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Түргэн ачаалалттай зургийн сан.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4192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📍 Улаанбаатарын Бэлэн Бүрхэвч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Улаанбаатар хотын 9 дүүргийг бэлэн жагсаалтаас сонгоно.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Хан-Уул, Сүхбаатар, Баянзүрх, Баянгол г.м.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Байршлын тодорхойлолт автоматаар бөглөгдөнө.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🎬 2. Видео Зар &amp; Виртуал Аялал (Video Listing)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Орон сууцны бодит бичлэгийг шууд үзүүлэх боломж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4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🎥 Олон Төрлийн Видео Хавсаргах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Шууд видео файл оруулах эсвэл видео холбоос хавсаргах.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YouTube видео холбоос оруулах.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TikTok ба Instagram Reels бичлэгүүдийг хавсаргах.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нүүр хуудас дээр шууд тоглуулах медиа тоглуулагч.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✨ Худалдан Авагчийн Итгэлцэл ба Замын Цаг Хэмнэлт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Худалдан авагчид заавал биечлэн очих шаардлагагүйгээр виртуал аялал хийнэ.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Өрөөний зохион байгуулалт, цонхны харагдац, засварыг бодитоор харна.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Зуучлагч ба эзэмшигчийн дэмий үзлэгт үрэх цагийг 80% хэмнэнэ.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Борлуулалтын шийдвэр гаргалтыг 3 дахин хурдасгана.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⚖️ 3. Заруудыг Зэрэгцүүлэн Харьцуулах (Property Comparison)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Шилдэг саналыг сонгох нэгдсэн харьцуулалтын систем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5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📊 Зэрэгцүүлэн Шүүх Боломжууд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2 болон түүнээс дээш зарыг нэг хүснэгтэд зэрэгцүүлэн шүүх.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нийт үнийн харьцуулалт.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1 м.кв-ын нэгж үнийн нарийвчилсан харьцуулалт.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Талбайн хэмжээ (м.кв) ба өрөөний тооны харьцуулалт.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Байршил, барилгын давхар, ариун цэврийн өрөөний тоо.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💡 Худалдан Авагчид Өгөх Үнэ Цэнэ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Олон таб нээж төөрөх шаардлагагүй болно.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Хамгийн ашигтай ба боломжийн үнэтэй зарыг шууд тодорхойлно.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Шийдвэр гаргахад шаардлагатай бүх тоон үзүүлэлт нэг дор.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Гэр бүл болон хамтран ажиллагсаддаа харьцуулалтыг шэйрлэх.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📢 4. Сошиал Маркетингийн Автоматжуулалт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1 товшилтоор сошиалд хуваалцах &amp; Постер зураг автоматаар бэлтгэх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6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🔗 1-Click Social Sharing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Facebook timeline &amp; Groups рүү шууд шэйр хийх.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FB Messenger-ээр хуваалцах.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Telegram &amp; WhatsApp чат руу илгээх.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X (Twitter) болон утасны цэсээр шэйрлэх.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0016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🎨 Social Banner Generator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1200x630px сошиал постер зураг автоматаар бэлтгэнэ.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зураг, үнэ, байршил, онцлогийг агуулна.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1 секундэд PNG файл болгон татан авна.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FB Post / Story-д бэлэн дизайн.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554480"/>
            <a:ext cx="3328416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4192" y="1828800"/>
            <a:ext cx="277977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🌐 Open Graph Protocol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Фэйсбүүкт зарын холбоос оруулахад зураг нь тод харагдана.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нэр ба үнийн мэдээлэл бүрэн карт болно.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Сошиал орчин дахь даралт (CTR)-ыг 5 дахин өсгөнө.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📊 5. Зарын Бодит Аналитик ба Статистик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Зарын эзэн ба зуучлагчдад зориулсан дата хяналт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7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📈 Бодит Цагийн Үзүүлэлтүүд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👁️ Views Counter: Зарыг хэдэн хүн үзсэн бэ?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🔁 Shares Counter: Зарыг сошиалд хэдэн удаа хуваалцсан бэ?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 бүрийн хуудас дээр болон картан дээр шууд харагдана.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эрэлт ба сошиал тархалтыг бодитоор үнэлнэ.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🖥️ Seller Dashboard Summary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Нийт идэвхтэй заруудын тооны нэгдсэн тайлан.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Нийт үзэлтийн нэгдсэн тоо.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Нийт сошиал хуваалцсан тооны нэгдсэн статистик.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Зарыг сунгах, нуух, засах, устгах хурдан удирдлага.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🔍 6. Ухаалаг Хайлт ба Дуу Хоолойгоор Хайх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Voice Search &amp; Advanced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8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🎙️ 🎙️ Voice Search (Дуу Хоолойгоор Хайх)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Микрофонд яриад хайлт хийх боломж.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"Хан-Уул дүүрэгт 3 өрөө орон сууц" гэж ярихад автомат шүүлт хийнэ.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Гар утаснаас хайлт хийхэд маш хурдан бөгөөд хялбар.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Монгол хэлний яриаг таних технологи.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🎛️ 🎛️ Нарийвчилсан Шүүлтүүрүүд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төрөл: Зарах / Түрээслэх.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Ангилал: Орон сууц, Хаус, Газар, Оффис / Коммершиал.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Үнийн хязгаар (Доод үнэ - Дээд үнэ).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Талбайн хэмжээ (Доод м.кв - Дээд м.кв).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Улаанбаатар хотын 9 дүүргийн шүүлтүүр.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❤️ 7. Хадгалсан Зарууд &amp; Сүүлд Үзсэн Түүх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Favorites &amp; Recent Visits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9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❤️ ❤️ Хадгалсан Зарууд (Favorites)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Зүрхэн товчоор сонирхсон заруудаа 1 товшилтоор хадгалах.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Профайл хэсгийн "Хадгалсан зарууд" таб-аас эргэн үзэх.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Үнийн өөрчлөлт болон зарын статусыг хянах.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Бүх төхөөрөмж дээр хадгалагдсан хэвээр байна.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🕒 🕒 Сүүлд Үзсэн Түүх (Recent Visits)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Үзсэн заруудын түүх автоматаар хадгалагдана.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Зарын хуудас бүрийн доор карусель байдлаар харагдана.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Өмнө нь үзэж байсан зараа хайхгүйгээр шууд эргэн шилжих.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Хэрэглэгчийн цагийг хэмнэсэн ухаалаг UI санамж.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🌐 8. Олон Хэл ба Системийн Өрсөлдөх Давуу Тал</a:t>
            </a:r>
          </a:p>
          <a:p>
            <a:pPr>
              <a:defRPr sz="1400">
                <a:solidFill>
                  <a:srgbClr val="38BDF8"/>
                </a:solidFill>
                <a:latin typeface="Segoe UI"/>
              </a:defRPr>
            </a:pPr>
            <a:r>
              <a:t>Яагаад Vmax.mn-ийг сонгох ёстой вэ?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Vmax.mn | Үл Хөдлөх Хөрөнгийн Платформ   •   Хуудас 10 /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🌐 Олон Хэл &amp; Технологийн Хурд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Монгол ба Англи (MN / EN) хэлний сонголттай.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Гадаадын иргэд ба хөрөнгө оруулагчдад нээлттэй.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Single Page Application (SPA) - маш хурдан ажиллагаа.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Dark Cosmic өнгө төрх - Орчин үеийн премиум дизайн.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182880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🏆 Товч Дүгнэлт ба Давуу Тал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✅ 1 минутад зар нийтлэх &amp; 1 секундэд сошиал постер бүтээх.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✅ Видео зар хавсаргаж худалдан авагчийн итгэлцлийг олох.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✅ Заруудыг зэрэгцүүлж 1 м.кв-ын үнээр нь харьцуулах.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t>• ✅ Үзэлт ба шэйрийн датагаар маркетингаа удирдах.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